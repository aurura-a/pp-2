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7A76-A867-8E06-DECB-615DC5664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D16BF-DCC1-08F9-BC37-36ED7D098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A0E02-7122-408E-7864-92992B6E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4AC52-098C-6852-EEC1-9A49326B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55512-51A5-016C-D4A5-8820B19A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5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A411-5A1F-65F8-10DA-50F55939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E895-B391-F913-80AB-3FA87222F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A43C8-0B41-0752-4BFF-FF2A01DD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98E4-A1E8-956D-E536-74E9A4CA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025E0-2691-FCCD-1843-F7EE2A90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4358-65BA-05CA-1362-07C27ED4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88C37-6FB7-41DD-200D-42D10D829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A083D-0EC7-A5DA-2B23-3214F83F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A2E8F-13DB-3287-1081-D0A1C3A1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0FEDB-ED1D-EDC2-17EC-D82E0BF3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7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1F1C-B12A-E56B-D866-73BE6978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301C-5CE8-0C98-5D67-6706495AE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35B0A-2918-4ED2-4537-5CC2B595A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6E8CD-8C46-ECC5-79E6-0A3CD755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C3A94-DCDC-8F01-22A0-37C58871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0D965-B786-3126-B400-38129D59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85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FC74-F92F-FEBA-E4CE-8B9CA30F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C052-24B0-3306-2570-DE0A452D3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D7BAD-A0F9-B51C-4C08-B65139E3C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1F603-C165-C8A9-F3EB-D277EFE37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112DC-E790-70BA-1F27-B73A89D2B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C153C-E2D5-6BE9-B2EB-361A2E161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39F63-80AE-7011-DC0E-499CE181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6DE1A9-D3EB-5268-4509-18064504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4DDC-4651-F73B-EC54-83762C85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085CD-C1AC-21EC-11CE-25FC16B7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17863-07BA-D6B2-4F3E-2F73514A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9A6C9-127E-3A70-1352-036EE7D9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5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32143-18F6-841C-7159-7DB0AEDF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77272-2661-AE5A-6DBB-E2EF9DD1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664F-E2C1-5C76-08B0-523B8FE3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61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EE3F-D1A5-E638-E191-AE3F5054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F997D-5BC7-C2E9-5CE0-DA034B051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9CCEE-B268-47DE-0ADA-4DD021FE3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DF74-E14C-9776-4B4D-8B17DA1D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82374-90B9-4EA0-88E7-78B44089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99BA3-D28C-F058-DF55-F91152B2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1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3511-4F1C-51FF-EE55-44FDD47B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57E37-1F6B-8CF0-B997-D8A9D10C1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5F51D-C471-6A74-581B-40E880BDF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4D1B5-1CCF-1096-F281-E3D7C310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1D9A-C7C3-5769-104A-A937121B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4FE9B-84C1-7E48-B0A3-32FA102E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3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8D66-290D-D1A1-CCBD-679153F4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94279-F797-4D57-0379-E0CBFB2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4193-37B1-ADFE-53A8-8FFFA62E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EB0AC-1A02-4878-6DE5-102DA731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96D6-6EA5-412C-93DF-9634C89E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8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4587E-6261-2DC5-5557-DB1AE15B6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3FC18-8EE8-42A6-40B5-49FF70097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27DC-C4FC-B0F3-D088-51007478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A05D1-B0EF-5690-2305-24911CD2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EB75A-41E7-C584-3CD3-C2D72868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BBA3A1-FEF9-7703-09E4-BC981EF7A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44F7D-9E70-A7E8-2968-8998491A9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5E42C-2403-F1A5-A372-67210CC9D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967E5-3F84-4B36-A1E2-0D16B20F5F2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532C7-77C5-DF4F-EC50-7DCE97A19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BE933-25F5-8830-F8F3-65B85253C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FCF48-654A-4659-AB17-9DD7EA33B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9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DF9F-5826-28E4-B4ED-B8CB572DC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94E8B-7FE2-C5B4-52F4-7D7ED4E63C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8DA02-9D15-6774-CCEF-9BA86DAFA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85" y="0"/>
            <a:ext cx="11152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0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BD6E-488C-2767-6EAF-EAA8696E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2B3FE-D993-371C-ADC1-99A9B3678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5553A-DD24-EABB-F5B3-C008AAB61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6981-7842-D450-9046-A6AC22E09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58" y="0"/>
            <a:ext cx="11114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0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8807-7C9D-0CBA-5BEE-12E8DF42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2F82-D421-14F1-3349-C20896405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A817A-0416-B258-8440-6242D4732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DF6EA-31C2-A344-0324-04E949E3D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93" y="0"/>
            <a:ext cx="101616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5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5520-1E7B-3374-2AB4-B5D13898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BD62-5968-13F4-33A0-ADA854E72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B899D-9DC4-73F4-E82C-D4C075209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51201-D5DF-5F3F-5768-2159DE876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41" y="0"/>
            <a:ext cx="11188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3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6BF4-C65C-E536-687D-8A4910F9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F12B-37FA-4D2D-E6D7-D792EFA69A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8D8E5-8F9E-2323-62D6-6E49E2FB78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9A275-3DB3-1B5C-02B5-229767EA1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31" y="0"/>
            <a:ext cx="11276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99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2BCF-A1C0-8B4A-C0EB-F0DE5C85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F8C2-87B8-056E-150F-523B7AB8AF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615EB-14D1-71D7-3FA8-B566FADC8A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E2ACB-EAD7-6890-5711-40D231F6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27" y="0"/>
            <a:ext cx="11341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6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5A80-1D3C-40B1-84D1-B3F7E2DD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613C-E201-D021-A121-85FE8E0756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989BB-2539-78D9-2C73-5587A0F09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9574E1-3F7D-E949-851A-9F65F97E6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57" y="0"/>
            <a:ext cx="11187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5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181A-9DC0-2FE7-4D79-64ADB386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B2DB-2449-3D14-AC95-41C4E38EA6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F7773-B969-02FA-10F7-AF492BEFA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567A1-A3DF-D07C-C0FC-C252A6877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18" y="0"/>
            <a:ext cx="11118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1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F462-CDE4-7447-A80B-2C37FD71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AEB8-9EA1-FCEB-6660-988F1CC9B2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8A01E-4E61-9876-E010-4D91A75A3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52B5CC-DCEA-8B68-57AA-83EFB25F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64" y="0"/>
            <a:ext cx="11180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99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54E3-D979-2525-A1C4-ED10BC2C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58D4-4565-6D7E-83A9-BB3450613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99E3D-633C-4BC3-64F7-31380CCA4F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3E0CA-4BB3-2D84-4DAB-1A8F5CE2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8" y="0"/>
            <a:ext cx="11174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9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Aray Askarkyzy</dc:creator>
  <cp:lastModifiedBy>Aray Askarkyzy</cp:lastModifiedBy>
  <cp:revision>1</cp:revision>
  <dcterms:created xsi:type="dcterms:W3CDTF">2025-12-03T08:14:47Z</dcterms:created>
  <dcterms:modified xsi:type="dcterms:W3CDTF">2025-12-03T08:51:27Z</dcterms:modified>
</cp:coreProperties>
</file>